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nva Sans Bold" charset="1" panose="020B0803030501040103"/>
      <p:regular r:id="rId11"/>
    </p:embeddedFont>
    <p:embeddedFont>
      <p:font typeface="Canva Sans" charset="1" panose="020B05030305010401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VAGmHVctb5w.mp4" Type="http://schemas.openxmlformats.org/officeDocument/2006/relationships/video"/><Relationship Id="rId4" Target="../media/VAGmHVctb5w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VAGmHW3YFi8.mp4" Type="http://schemas.openxmlformats.org/officeDocument/2006/relationships/video"/><Relationship Id="rId4" Target="../media/VAGmHW3YFi8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88705" y="381614"/>
            <a:ext cx="6925737" cy="116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b="true" sz="6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Assignment 2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00588" y="4043828"/>
            <a:ext cx="8386308" cy="88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Guru Rohith   CS22B022    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00588" y="5455598"/>
            <a:ext cx="8412588" cy="88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b="true" sz="5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Sai Kowshik   CS22B004    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6708" y="474859"/>
            <a:ext cx="15974584" cy="958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</a:t>
            </a:r>
            <a:r>
              <a:rPr lang="en-US" sz="2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Minimax Algorithm  : Minimax Implementation in Chess AI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1)B</a:t>
            </a: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rute-force search of all possible moves up to depth 2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 Recursive evaluation of board states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3) Random selection from equally valued moves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 Function: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Material count: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1)Piece values: Pawn=1, Knight/Bishop=3, Rook=5, Queen=9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2)Random noise: ±0.1 to break ties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3)Repetition penalty: -100 for 3-fold repeats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Notes: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1)Guarantees optimal moves (for given depth)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2)Slower execution: Examines all branches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3)Stable but limited by shallow depth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 Game Play in next Slide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2)Code snippet of minimax() function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444923" y="1721070"/>
            <a:ext cx="6686369" cy="7845086"/>
          </a:xfrm>
          <a:custGeom>
            <a:avLst/>
            <a:gdLst/>
            <a:ahLst/>
            <a:cxnLst/>
            <a:rect r="r" b="b" t="t" l="l"/>
            <a:pathLst>
              <a:path h="7845086" w="6686369">
                <a:moveTo>
                  <a:pt x="0" y="0"/>
                </a:moveTo>
                <a:lnTo>
                  <a:pt x="6686369" y="0"/>
                </a:lnTo>
                <a:lnTo>
                  <a:pt x="6686369" y="7845086"/>
                </a:lnTo>
                <a:lnTo>
                  <a:pt x="0" y="7845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6887921" y="1460189"/>
            <a:ext cx="8229600" cy="8229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8781" y="429285"/>
            <a:ext cx="8229600" cy="75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Game Play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9406" y="1266338"/>
            <a:ext cx="6410984" cy="8347635"/>
          </a:xfrm>
          <a:custGeom>
            <a:avLst/>
            <a:gdLst/>
            <a:ahLst/>
            <a:cxnLst/>
            <a:rect r="r" b="b" t="t" l="l"/>
            <a:pathLst>
              <a:path h="8347635" w="6410984">
                <a:moveTo>
                  <a:pt x="0" y="0"/>
                </a:moveTo>
                <a:lnTo>
                  <a:pt x="6410983" y="0"/>
                </a:lnTo>
                <a:lnTo>
                  <a:pt x="6410983" y="8347634"/>
                </a:lnTo>
                <a:lnTo>
                  <a:pt x="0" y="8347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785" y="358140"/>
            <a:ext cx="8366911" cy="951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Features: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1)Prunes irrelevant branches (beta ≤ alpha)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2)Same evaluation as Minimax but faster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3)Depth-2 search with early termination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Optimizations: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1)Alpha (α): Best already explored for maximizer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2)Beta (β): Best already explored for minimizer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3)Pruning skips 30-50% of branches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Performance Notes: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1)Identical moves to Minimax at depth 2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2)Theoretically faster (though depth=2 hides gains)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3)Scalable for deeper searches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Visual: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1)Game Play in next slide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2)Diagram of pruned branches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09734" y="448335"/>
            <a:ext cx="10847827" cy="58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Alpha-Beta Pruning : Alpha-Beta Optimized Chess 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6309237" y="1028700"/>
            <a:ext cx="8229600" cy="8229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0" y="273677"/>
            <a:ext cx="8229600" cy="75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Game Play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DAGmHbdLdUw</dc:identifier>
  <dcterms:modified xsi:type="dcterms:W3CDTF">2011-08-01T06:04:30Z</dcterms:modified>
  <cp:revision>1</cp:revision>
  <dc:title>Minimax Algorithm : Minimax Implementation in Chess AI Key Features: Brute-force search of all possible moves up to depth 2 Recursive evaluation of board states Random selection from equally valued moves Evaluation Function: Material count: Piece values:</dc:title>
</cp:coreProperties>
</file>